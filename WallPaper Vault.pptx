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718886-6D55-4DF6-9F23-1D1CFC86B874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57C504B8-3ADD-4355-B8EA-A36BAFC95DAF}">
      <dgm:prSet/>
      <dgm:spPr/>
      <dgm:t>
        <a:bodyPr/>
        <a:lstStyle/>
        <a:p>
          <a:pPr algn="ctr"/>
          <a:r>
            <a:rPr lang="ru-RU" b="1" dirty="0">
              <a:cs typeface="Poppins" panose="00000500000000000000" pitchFamily="2" charset="0"/>
            </a:rPr>
            <a:t>Grid </a:t>
          </a:r>
          <a:r>
            <a:rPr lang="ru-RU" b="1" dirty="0" err="1">
              <a:cs typeface="Poppins" panose="00000500000000000000" pitchFamily="2" charset="0"/>
            </a:rPr>
            <a:t>Layout</a:t>
          </a:r>
          <a:endParaRPr lang="en-US" b="1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algn="ctr"/>
          <a:r>
            <a:rPr lang="ru-RU" b="1" dirty="0">
              <a:cs typeface="Poppins" panose="00000500000000000000" pitchFamily="2" charset="0"/>
            </a:rPr>
            <a:t> </a:t>
          </a:r>
          <a:r>
            <a:rPr lang="ru-RU" dirty="0">
              <a:cs typeface="Poppins" panose="00000500000000000000" pitchFamily="2" charset="0"/>
            </a:rPr>
            <a:t>Адаптивная плиточная сетка для удобного визуального сканирования галереи.</a:t>
          </a:r>
        </a:p>
      </dgm:t>
    </dgm:pt>
    <dgm:pt modelId="{85B39FC5-0BCA-4B73-93DE-71847A429B01}" type="parTrans" cxnId="{AF96F21C-C9C9-4523-8E04-12F0B2E4B956}">
      <dgm:prSet/>
      <dgm:spPr/>
      <dgm:t>
        <a:bodyPr/>
        <a:lstStyle/>
        <a:p>
          <a:endParaRPr lang="ru-RU"/>
        </a:p>
      </dgm:t>
    </dgm:pt>
    <dgm:pt modelId="{2E76C222-230D-43B2-B8B9-70CB7C46E393}" type="sibTrans" cxnId="{AF96F21C-C9C9-4523-8E04-12F0B2E4B956}">
      <dgm:prSet/>
      <dgm:spPr/>
      <dgm:t>
        <a:bodyPr/>
        <a:lstStyle/>
        <a:p>
          <a:endParaRPr lang="ru-RU"/>
        </a:p>
      </dgm:t>
    </dgm:pt>
    <dgm:pt modelId="{BB2F6126-53DC-4C6D-8FCF-00581DB964B0}">
      <dgm:prSet/>
      <dgm:spPr/>
      <dgm:t>
        <a:bodyPr/>
        <a:lstStyle/>
        <a:p>
          <a:pPr algn="ctr"/>
          <a:r>
            <a:rPr lang="ru-RU" b="1" dirty="0">
              <a:cs typeface="Poppins" panose="00000500000000000000" pitchFamily="2" charset="0"/>
            </a:rPr>
            <a:t>Dark Mode</a:t>
          </a:r>
          <a:endParaRPr lang="en-US" b="1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algn="l"/>
          <a:r>
            <a:rPr lang="ru-RU" dirty="0">
              <a:cs typeface="Poppins" panose="00000500000000000000" pitchFamily="2" charset="0"/>
            </a:rPr>
            <a:t>Высокий контраст темной темы подчеркивает яркость и детализацию обоев.</a:t>
          </a:r>
        </a:p>
      </dgm:t>
    </dgm:pt>
    <dgm:pt modelId="{4E72E66D-9677-424D-93D1-DBFBB4826A43}" type="parTrans" cxnId="{B60B0AC2-5B32-4B13-AE4A-4F3F2AB9C372}">
      <dgm:prSet/>
      <dgm:spPr/>
      <dgm:t>
        <a:bodyPr/>
        <a:lstStyle/>
        <a:p>
          <a:endParaRPr lang="ru-RU"/>
        </a:p>
      </dgm:t>
    </dgm:pt>
    <dgm:pt modelId="{6778BE9F-6BBE-411F-8834-B88952326420}" type="sibTrans" cxnId="{B60B0AC2-5B32-4B13-AE4A-4F3F2AB9C372}">
      <dgm:prSet/>
      <dgm:spPr/>
      <dgm:t>
        <a:bodyPr/>
        <a:lstStyle/>
        <a:p>
          <a:endParaRPr lang="ru-RU"/>
        </a:p>
      </dgm:t>
    </dgm:pt>
    <dgm:pt modelId="{75F1E026-6209-4430-B006-1C8704F60C1E}">
      <dgm:prSet/>
      <dgm:spPr/>
      <dgm:t>
        <a:bodyPr/>
        <a:lstStyle/>
        <a:p>
          <a:pPr algn="ctr"/>
          <a:r>
            <a:rPr lang="ru-RU" b="1" dirty="0">
              <a:cs typeface="Poppins" panose="00000500000000000000" pitchFamily="2" charset="0"/>
            </a:rPr>
            <a:t>Universal UI</a:t>
          </a:r>
          <a:endParaRPr lang="en-US" b="1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algn="l"/>
          <a:r>
            <a:rPr lang="ru-RU" dirty="0">
              <a:cs typeface="Poppins" panose="00000500000000000000" pitchFamily="2" charset="0"/>
            </a:rPr>
            <a:t>Одинаково удобное взаимодействие как с десктопа, так и с мобильных устройств.</a:t>
          </a:r>
        </a:p>
      </dgm:t>
    </dgm:pt>
    <dgm:pt modelId="{80A0A1D8-4BF0-46AC-B56A-EB5B19B23199}" type="parTrans" cxnId="{1FCEFAB4-594A-4B6A-B966-15A31F99F5B8}">
      <dgm:prSet/>
      <dgm:spPr/>
      <dgm:t>
        <a:bodyPr/>
        <a:lstStyle/>
        <a:p>
          <a:endParaRPr lang="ru-RU"/>
        </a:p>
      </dgm:t>
    </dgm:pt>
    <dgm:pt modelId="{45724AFF-3986-43F3-8806-1E9CB2CEB262}" type="sibTrans" cxnId="{1FCEFAB4-594A-4B6A-B966-15A31F99F5B8}">
      <dgm:prSet/>
      <dgm:spPr/>
      <dgm:t>
        <a:bodyPr/>
        <a:lstStyle/>
        <a:p>
          <a:endParaRPr lang="ru-RU"/>
        </a:p>
      </dgm:t>
    </dgm:pt>
    <dgm:pt modelId="{B9F35F8E-9150-4D36-BCDD-CAD3086ECF83}" type="pres">
      <dgm:prSet presAssocID="{D9718886-6D55-4DF6-9F23-1D1CFC86B87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1FE712-0041-4D60-8DDD-24674EC172A3}" type="pres">
      <dgm:prSet presAssocID="{57C504B8-3ADD-4355-B8EA-A36BAFC95DAF}" presName="root" presStyleCnt="0"/>
      <dgm:spPr/>
    </dgm:pt>
    <dgm:pt modelId="{F8A4E46B-1ED5-4661-8694-ED667270FDFB}" type="pres">
      <dgm:prSet presAssocID="{57C504B8-3ADD-4355-B8EA-A36BAFC95DAF}" presName="rootComposite" presStyleCnt="0"/>
      <dgm:spPr/>
    </dgm:pt>
    <dgm:pt modelId="{A9729F40-3574-4CC4-9D8B-467B9007D4B2}" type="pres">
      <dgm:prSet presAssocID="{57C504B8-3ADD-4355-B8EA-A36BAFC95DAF}" presName="rootText" presStyleLbl="node1" presStyleIdx="0" presStyleCnt="3" custScaleX="113413" custScaleY="151984" custLinFactNeighborY="-82798"/>
      <dgm:spPr/>
    </dgm:pt>
    <dgm:pt modelId="{EBDB5BBC-7F8F-4CB4-9861-61BCF9036CD2}" type="pres">
      <dgm:prSet presAssocID="{57C504B8-3ADD-4355-B8EA-A36BAFC95DAF}" presName="rootConnector" presStyleLbl="node1" presStyleIdx="0" presStyleCnt="3"/>
      <dgm:spPr/>
    </dgm:pt>
    <dgm:pt modelId="{3EE2F4D9-97DE-4814-A33F-6E7391263C96}" type="pres">
      <dgm:prSet presAssocID="{57C504B8-3ADD-4355-B8EA-A36BAFC95DAF}" presName="childShape" presStyleCnt="0"/>
      <dgm:spPr/>
    </dgm:pt>
    <dgm:pt modelId="{C6E4A4D2-923B-43B5-BDE8-9BE374FBB206}" type="pres">
      <dgm:prSet presAssocID="{BB2F6126-53DC-4C6D-8FCF-00581DB964B0}" presName="root" presStyleCnt="0"/>
      <dgm:spPr/>
    </dgm:pt>
    <dgm:pt modelId="{3B4F08B0-2773-4B1D-A160-AA8C04A18761}" type="pres">
      <dgm:prSet presAssocID="{BB2F6126-53DC-4C6D-8FCF-00581DB964B0}" presName="rootComposite" presStyleCnt="0"/>
      <dgm:spPr/>
    </dgm:pt>
    <dgm:pt modelId="{42CC81C3-EF7B-44BF-9CD8-29947AA5693C}" type="pres">
      <dgm:prSet presAssocID="{BB2F6126-53DC-4C6D-8FCF-00581DB964B0}" presName="rootText" presStyleLbl="node1" presStyleIdx="1" presStyleCnt="3" custScaleX="113413" custScaleY="151984" custLinFactNeighborY="-82798"/>
      <dgm:spPr/>
    </dgm:pt>
    <dgm:pt modelId="{29646C8A-8EBA-45DC-BE17-F24B951BDCB6}" type="pres">
      <dgm:prSet presAssocID="{BB2F6126-53DC-4C6D-8FCF-00581DB964B0}" presName="rootConnector" presStyleLbl="node1" presStyleIdx="1" presStyleCnt="3"/>
      <dgm:spPr/>
    </dgm:pt>
    <dgm:pt modelId="{9B5F8D5D-5B0C-4862-9C06-9E6E1CC24E97}" type="pres">
      <dgm:prSet presAssocID="{BB2F6126-53DC-4C6D-8FCF-00581DB964B0}" presName="childShape" presStyleCnt="0"/>
      <dgm:spPr/>
    </dgm:pt>
    <dgm:pt modelId="{84DB04E7-1E97-4FD2-A29F-9CF425BB1ACB}" type="pres">
      <dgm:prSet presAssocID="{75F1E026-6209-4430-B006-1C8704F60C1E}" presName="root" presStyleCnt="0"/>
      <dgm:spPr/>
    </dgm:pt>
    <dgm:pt modelId="{D2D4193B-DF36-4A74-9C20-596EAA740375}" type="pres">
      <dgm:prSet presAssocID="{75F1E026-6209-4430-B006-1C8704F60C1E}" presName="rootComposite" presStyleCnt="0"/>
      <dgm:spPr/>
    </dgm:pt>
    <dgm:pt modelId="{1F9CAE5E-B0EC-4169-8D0D-3CD034DF14DC}" type="pres">
      <dgm:prSet presAssocID="{75F1E026-6209-4430-B006-1C8704F60C1E}" presName="rootText" presStyleLbl="node1" presStyleIdx="2" presStyleCnt="3" custScaleX="113413" custScaleY="151984" custLinFactNeighborY="-82798"/>
      <dgm:spPr/>
    </dgm:pt>
    <dgm:pt modelId="{8A77DF03-A357-47DD-B2D2-2748579347E2}" type="pres">
      <dgm:prSet presAssocID="{75F1E026-6209-4430-B006-1C8704F60C1E}" presName="rootConnector" presStyleLbl="node1" presStyleIdx="2" presStyleCnt="3"/>
      <dgm:spPr/>
    </dgm:pt>
    <dgm:pt modelId="{5919E123-08C0-4BCD-B4F5-D7556DBA2E3E}" type="pres">
      <dgm:prSet presAssocID="{75F1E026-6209-4430-B006-1C8704F60C1E}" presName="childShape" presStyleCnt="0"/>
      <dgm:spPr/>
    </dgm:pt>
  </dgm:ptLst>
  <dgm:cxnLst>
    <dgm:cxn modelId="{AF96F21C-C9C9-4523-8E04-12F0B2E4B956}" srcId="{D9718886-6D55-4DF6-9F23-1D1CFC86B874}" destId="{57C504B8-3ADD-4355-B8EA-A36BAFC95DAF}" srcOrd="0" destOrd="0" parTransId="{85B39FC5-0BCA-4B73-93DE-71847A429B01}" sibTransId="{2E76C222-230D-43B2-B8B9-70CB7C46E393}"/>
    <dgm:cxn modelId="{A7ADE61F-C6C7-4FF6-937D-4035CE74D579}" type="presOf" srcId="{57C504B8-3ADD-4355-B8EA-A36BAFC95DAF}" destId="{EBDB5BBC-7F8F-4CB4-9861-61BCF9036CD2}" srcOrd="1" destOrd="0" presId="urn:microsoft.com/office/officeart/2005/8/layout/hierarchy3"/>
    <dgm:cxn modelId="{884AFD35-E536-465C-AB68-494BE34431CD}" type="presOf" srcId="{BB2F6126-53DC-4C6D-8FCF-00581DB964B0}" destId="{42CC81C3-EF7B-44BF-9CD8-29947AA5693C}" srcOrd="0" destOrd="0" presId="urn:microsoft.com/office/officeart/2005/8/layout/hierarchy3"/>
    <dgm:cxn modelId="{720ACB93-49E0-481D-9037-4840C6F43B0B}" type="presOf" srcId="{57C504B8-3ADD-4355-B8EA-A36BAFC95DAF}" destId="{A9729F40-3574-4CC4-9D8B-467B9007D4B2}" srcOrd="0" destOrd="0" presId="urn:microsoft.com/office/officeart/2005/8/layout/hierarchy3"/>
    <dgm:cxn modelId="{869FA7B0-F82D-480C-AA56-E2CF3142A932}" type="presOf" srcId="{BB2F6126-53DC-4C6D-8FCF-00581DB964B0}" destId="{29646C8A-8EBA-45DC-BE17-F24B951BDCB6}" srcOrd="1" destOrd="0" presId="urn:microsoft.com/office/officeart/2005/8/layout/hierarchy3"/>
    <dgm:cxn modelId="{1FCEFAB4-594A-4B6A-B966-15A31F99F5B8}" srcId="{D9718886-6D55-4DF6-9F23-1D1CFC86B874}" destId="{75F1E026-6209-4430-B006-1C8704F60C1E}" srcOrd="2" destOrd="0" parTransId="{80A0A1D8-4BF0-46AC-B56A-EB5B19B23199}" sibTransId="{45724AFF-3986-43F3-8806-1E9CB2CEB262}"/>
    <dgm:cxn modelId="{B60B0AC2-5B32-4B13-AE4A-4F3F2AB9C372}" srcId="{D9718886-6D55-4DF6-9F23-1D1CFC86B874}" destId="{BB2F6126-53DC-4C6D-8FCF-00581DB964B0}" srcOrd="1" destOrd="0" parTransId="{4E72E66D-9677-424D-93D1-DBFBB4826A43}" sibTransId="{6778BE9F-6BBE-411F-8834-B88952326420}"/>
    <dgm:cxn modelId="{4453D4C9-4C7E-4707-A539-DB5ADB92A0FB}" type="presOf" srcId="{D9718886-6D55-4DF6-9F23-1D1CFC86B874}" destId="{B9F35F8E-9150-4D36-BCDD-CAD3086ECF83}" srcOrd="0" destOrd="0" presId="urn:microsoft.com/office/officeart/2005/8/layout/hierarchy3"/>
    <dgm:cxn modelId="{293880D9-C8E6-4641-B417-CF8EB5644CEF}" type="presOf" srcId="{75F1E026-6209-4430-B006-1C8704F60C1E}" destId="{8A77DF03-A357-47DD-B2D2-2748579347E2}" srcOrd="1" destOrd="0" presId="urn:microsoft.com/office/officeart/2005/8/layout/hierarchy3"/>
    <dgm:cxn modelId="{D127B2F1-D383-47EF-B90C-5EE93034DB6B}" type="presOf" srcId="{75F1E026-6209-4430-B006-1C8704F60C1E}" destId="{1F9CAE5E-B0EC-4169-8D0D-3CD034DF14DC}" srcOrd="0" destOrd="0" presId="urn:microsoft.com/office/officeart/2005/8/layout/hierarchy3"/>
    <dgm:cxn modelId="{08E82B69-57DC-4D93-9E8E-DF18B3C13299}" type="presParOf" srcId="{B9F35F8E-9150-4D36-BCDD-CAD3086ECF83}" destId="{A81FE712-0041-4D60-8DDD-24674EC172A3}" srcOrd="0" destOrd="0" presId="urn:microsoft.com/office/officeart/2005/8/layout/hierarchy3"/>
    <dgm:cxn modelId="{4FFC2788-DD03-4A2D-8EED-B4244D7A53C3}" type="presParOf" srcId="{A81FE712-0041-4D60-8DDD-24674EC172A3}" destId="{F8A4E46B-1ED5-4661-8694-ED667270FDFB}" srcOrd="0" destOrd="0" presId="urn:microsoft.com/office/officeart/2005/8/layout/hierarchy3"/>
    <dgm:cxn modelId="{484CFB4D-269B-4F7C-A1CC-68B935C995C2}" type="presParOf" srcId="{F8A4E46B-1ED5-4661-8694-ED667270FDFB}" destId="{A9729F40-3574-4CC4-9D8B-467B9007D4B2}" srcOrd="0" destOrd="0" presId="urn:microsoft.com/office/officeart/2005/8/layout/hierarchy3"/>
    <dgm:cxn modelId="{5D48E924-F654-4A6E-9905-3933A239E9D7}" type="presParOf" srcId="{F8A4E46B-1ED5-4661-8694-ED667270FDFB}" destId="{EBDB5BBC-7F8F-4CB4-9861-61BCF9036CD2}" srcOrd="1" destOrd="0" presId="urn:microsoft.com/office/officeart/2005/8/layout/hierarchy3"/>
    <dgm:cxn modelId="{23215CD8-C9F8-4A16-A6BB-7ACCFFBBFABD}" type="presParOf" srcId="{A81FE712-0041-4D60-8DDD-24674EC172A3}" destId="{3EE2F4D9-97DE-4814-A33F-6E7391263C96}" srcOrd="1" destOrd="0" presId="urn:microsoft.com/office/officeart/2005/8/layout/hierarchy3"/>
    <dgm:cxn modelId="{ABBFA3BF-8EE9-49E8-84B8-5AF48F98EC24}" type="presParOf" srcId="{B9F35F8E-9150-4D36-BCDD-CAD3086ECF83}" destId="{C6E4A4D2-923B-43B5-BDE8-9BE374FBB206}" srcOrd="1" destOrd="0" presId="urn:microsoft.com/office/officeart/2005/8/layout/hierarchy3"/>
    <dgm:cxn modelId="{56F5BCB9-B554-480E-83B1-477F2576575D}" type="presParOf" srcId="{C6E4A4D2-923B-43B5-BDE8-9BE374FBB206}" destId="{3B4F08B0-2773-4B1D-A160-AA8C04A18761}" srcOrd="0" destOrd="0" presId="urn:microsoft.com/office/officeart/2005/8/layout/hierarchy3"/>
    <dgm:cxn modelId="{35918990-44B8-40C9-9F0E-24D8939C9DE6}" type="presParOf" srcId="{3B4F08B0-2773-4B1D-A160-AA8C04A18761}" destId="{42CC81C3-EF7B-44BF-9CD8-29947AA5693C}" srcOrd="0" destOrd="0" presId="urn:microsoft.com/office/officeart/2005/8/layout/hierarchy3"/>
    <dgm:cxn modelId="{3514D2D5-876D-4474-974D-78F4F041758A}" type="presParOf" srcId="{3B4F08B0-2773-4B1D-A160-AA8C04A18761}" destId="{29646C8A-8EBA-45DC-BE17-F24B951BDCB6}" srcOrd="1" destOrd="0" presId="urn:microsoft.com/office/officeart/2005/8/layout/hierarchy3"/>
    <dgm:cxn modelId="{E942C3B1-BB2E-4BA0-A42E-25DD0762924F}" type="presParOf" srcId="{C6E4A4D2-923B-43B5-BDE8-9BE374FBB206}" destId="{9B5F8D5D-5B0C-4862-9C06-9E6E1CC24E97}" srcOrd="1" destOrd="0" presId="urn:microsoft.com/office/officeart/2005/8/layout/hierarchy3"/>
    <dgm:cxn modelId="{F5BB3649-02C8-4402-9C52-604047B31677}" type="presParOf" srcId="{B9F35F8E-9150-4D36-BCDD-CAD3086ECF83}" destId="{84DB04E7-1E97-4FD2-A29F-9CF425BB1ACB}" srcOrd="2" destOrd="0" presId="urn:microsoft.com/office/officeart/2005/8/layout/hierarchy3"/>
    <dgm:cxn modelId="{2B9A559F-C981-43B4-A4F0-DD715459FCFA}" type="presParOf" srcId="{84DB04E7-1E97-4FD2-A29F-9CF425BB1ACB}" destId="{D2D4193B-DF36-4A74-9C20-596EAA740375}" srcOrd="0" destOrd="0" presId="urn:microsoft.com/office/officeart/2005/8/layout/hierarchy3"/>
    <dgm:cxn modelId="{CDBCB1DC-5A26-4E60-9830-93DFAFE114C9}" type="presParOf" srcId="{D2D4193B-DF36-4A74-9C20-596EAA740375}" destId="{1F9CAE5E-B0EC-4169-8D0D-3CD034DF14DC}" srcOrd="0" destOrd="0" presId="urn:microsoft.com/office/officeart/2005/8/layout/hierarchy3"/>
    <dgm:cxn modelId="{52BA6861-8C41-4026-9636-6F22289BFCB9}" type="presParOf" srcId="{D2D4193B-DF36-4A74-9C20-596EAA740375}" destId="{8A77DF03-A357-47DD-B2D2-2748579347E2}" srcOrd="1" destOrd="0" presId="urn:microsoft.com/office/officeart/2005/8/layout/hierarchy3"/>
    <dgm:cxn modelId="{26232A29-42D1-4D45-87E0-D7AF9CF88F93}" type="presParOf" srcId="{84DB04E7-1E97-4FD2-A29F-9CF425BB1ACB}" destId="{5919E123-08C0-4BCD-B4F5-D7556DBA2E3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718886-6D55-4DF6-9F23-1D1CFC86B874}" type="doc">
      <dgm:prSet loTypeId="urn:microsoft.com/office/officeart/2005/8/layout/hierarchy3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57C504B8-3ADD-4355-B8EA-A36BAFC95DAF}">
      <dgm:prSet/>
      <dgm:spPr/>
      <dgm:t>
        <a:bodyPr/>
        <a:lstStyle/>
        <a:p>
          <a:pPr algn="ctr"/>
          <a:r>
            <a:rPr lang="en-US" b="1" dirty="0">
              <a:cs typeface="Poppins" panose="00000500000000000000" pitchFamily="2" charset="0"/>
            </a:rPr>
            <a:t>Web storage</a:t>
          </a:r>
          <a:endParaRPr lang="en-US" b="1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algn="ctr"/>
          <a:r>
            <a:rPr lang="ru-RU" b="1" dirty="0">
              <a:cs typeface="Poppins" panose="00000500000000000000" pitchFamily="2" charset="0"/>
            </a:rPr>
            <a:t> </a:t>
          </a:r>
          <a:r>
            <a:rPr lang="ru-RU" dirty="0">
              <a:cs typeface="Poppins" panose="00000500000000000000" pitchFamily="2" charset="0"/>
            </a:rPr>
            <a:t>Сохранение состояния темы и массива избранного в </a:t>
          </a:r>
          <a:r>
            <a:rPr lang="ru-RU" dirty="0" err="1">
              <a:cs typeface="Poppins" panose="00000500000000000000" pitchFamily="2" charset="0"/>
            </a:rPr>
            <a:t>localStorage</a:t>
          </a:r>
          <a:r>
            <a:rPr lang="ru-RU" dirty="0">
              <a:cs typeface="Poppins" panose="00000500000000000000" pitchFamily="2" charset="0"/>
            </a:rPr>
            <a:t>.</a:t>
          </a:r>
        </a:p>
      </dgm:t>
    </dgm:pt>
    <dgm:pt modelId="{85B39FC5-0BCA-4B73-93DE-71847A429B01}" type="parTrans" cxnId="{AF96F21C-C9C9-4523-8E04-12F0B2E4B956}">
      <dgm:prSet/>
      <dgm:spPr/>
      <dgm:t>
        <a:bodyPr/>
        <a:lstStyle/>
        <a:p>
          <a:endParaRPr lang="ru-RU"/>
        </a:p>
      </dgm:t>
    </dgm:pt>
    <dgm:pt modelId="{2E76C222-230D-43B2-B8B9-70CB7C46E393}" type="sibTrans" cxnId="{AF96F21C-C9C9-4523-8E04-12F0B2E4B956}">
      <dgm:prSet/>
      <dgm:spPr/>
      <dgm:t>
        <a:bodyPr/>
        <a:lstStyle/>
        <a:p>
          <a:endParaRPr lang="ru-RU"/>
        </a:p>
      </dgm:t>
    </dgm:pt>
    <dgm:pt modelId="{BB2F6126-53DC-4C6D-8FCF-00581DB964B0}">
      <dgm:prSet/>
      <dgm:spPr/>
      <dgm:t>
        <a:bodyPr/>
        <a:lstStyle/>
        <a:p>
          <a:pPr algn="ctr"/>
          <a:r>
            <a:rPr lang="en-US" b="1" dirty="0">
              <a:cs typeface="Poppins" panose="00000500000000000000" pitchFamily="2" charset="0"/>
            </a:rPr>
            <a:t>Fetch</a:t>
          </a:r>
          <a:endParaRPr lang="en-US" b="1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algn="l"/>
          <a:r>
            <a:rPr lang="ru-RU" dirty="0">
              <a:cs typeface="Poppins" panose="00000500000000000000" pitchFamily="2" charset="0"/>
            </a:rPr>
            <a:t>Асинхронное скачивание файлов и работа с </a:t>
          </a:r>
          <a:r>
            <a:rPr lang="ru-RU" dirty="0" err="1">
              <a:cs typeface="Poppins" panose="00000500000000000000" pitchFamily="2" charset="0"/>
            </a:rPr>
            <a:t>GitHub</a:t>
          </a:r>
          <a:r>
            <a:rPr lang="ru-RU" dirty="0">
              <a:cs typeface="Poppins" panose="00000500000000000000" pitchFamily="2" charset="0"/>
            </a:rPr>
            <a:t> API для получения актуальной статистики.</a:t>
          </a:r>
        </a:p>
      </dgm:t>
    </dgm:pt>
    <dgm:pt modelId="{4E72E66D-9677-424D-93D1-DBFBB4826A43}" type="parTrans" cxnId="{B60B0AC2-5B32-4B13-AE4A-4F3F2AB9C372}">
      <dgm:prSet/>
      <dgm:spPr/>
      <dgm:t>
        <a:bodyPr/>
        <a:lstStyle/>
        <a:p>
          <a:endParaRPr lang="ru-RU"/>
        </a:p>
      </dgm:t>
    </dgm:pt>
    <dgm:pt modelId="{6778BE9F-6BBE-411F-8834-B88952326420}" type="sibTrans" cxnId="{B60B0AC2-5B32-4B13-AE4A-4F3F2AB9C372}">
      <dgm:prSet/>
      <dgm:spPr/>
      <dgm:t>
        <a:bodyPr/>
        <a:lstStyle/>
        <a:p>
          <a:endParaRPr lang="ru-RU"/>
        </a:p>
      </dgm:t>
    </dgm:pt>
    <dgm:pt modelId="{75F1E026-6209-4430-B006-1C8704F60C1E}">
      <dgm:prSet/>
      <dgm:spPr/>
      <dgm:t>
        <a:bodyPr/>
        <a:lstStyle/>
        <a:p>
          <a:pPr algn="ctr"/>
          <a:r>
            <a:rPr lang="en-US" b="1" dirty="0" err="1">
              <a:cs typeface="Poppins" panose="00000500000000000000" pitchFamily="2" charset="0"/>
            </a:rPr>
            <a:t>Perfomance</a:t>
          </a:r>
          <a:endParaRPr lang="en-US" b="1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algn="l"/>
          <a:r>
            <a:rPr lang="ru-RU" dirty="0" err="1">
              <a:cs typeface="Poppins" panose="00000500000000000000" pitchFamily="2" charset="0"/>
            </a:rPr>
            <a:t>Lazy</a:t>
          </a:r>
          <a:r>
            <a:rPr lang="ru-RU" dirty="0">
              <a:cs typeface="Poppins" panose="00000500000000000000" pitchFamily="2" charset="0"/>
            </a:rPr>
            <a:t> </a:t>
          </a:r>
          <a:r>
            <a:rPr lang="ru-RU" dirty="0" err="1">
              <a:cs typeface="Poppins" panose="00000500000000000000" pitchFamily="2" charset="0"/>
            </a:rPr>
            <a:t>Loading</a:t>
          </a:r>
          <a:r>
            <a:rPr lang="ru-RU" dirty="0">
              <a:cs typeface="Poppins" panose="00000500000000000000" pitchFamily="2" charset="0"/>
            </a:rPr>
            <a:t> изображений и динамический рендеринг контента без перезагрузки страниц.</a:t>
          </a:r>
        </a:p>
      </dgm:t>
    </dgm:pt>
    <dgm:pt modelId="{80A0A1D8-4BF0-46AC-B56A-EB5B19B23199}" type="parTrans" cxnId="{1FCEFAB4-594A-4B6A-B966-15A31F99F5B8}">
      <dgm:prSet/>
      <dgm:spPr/>
      <dgm:t>
        <a:bodyPr/>
        <a:lstStyle/>
        <a:p>
          <a:endParaRPr lang="ru-RU"/>
        </a:p>
      </dgm:t>
    </dgm:pt>
    <dgm:pt modelId="{45724AFF-3986-43F3-8806-1E9CB2CEB262}" type="sibTrans" cxnId="{1FCEFAB4-594A-4B6A-B966-15A31F99F5B8}">
      <dgm:prSet/>
      <dgm:spPr/>
      <dgm:t>
        <a:bodyPr/>
        <a:lstStyle/>
        <a:p>
          <a:endParaRPr lang="ru-RU"/>
        </a:p>
      </dgm:t>
    </dgm:pt>
    <dgm:pt modelId="{B9F35F8E-9150-4D36-BCDD-CAD3086ECF83}" type="pres">
      <dgm:prSet presAssocID="{D9718886-6D55-4DF6-9F23-1D1CFC86B87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81FE712-0041-4D60-8DDD-24674EC172A3}" type="pres">
      <dgm:prSet presAssocID="{57C504B8-3ADD-4355-B8EA-A36BAFC95DAF}" presName="root" presStyleCnt="0"/>
      <dgm:spPr/>
    </dgm:pt>
    <dgm:pt modelId="{F8A4E46B-1ED5-4661-8694-ED667270FDFB}" type="pres">
      <dgm:prSet presAssocID="{57C504B8-3ADD-4355-B8EA-A36BAFC95DAF}" presName="rootComposite" presStyleCnt="0"/>
      <dgm:spPr/>
    </dgm:pt>
    <dgm:pt modelId="{A9729F40-3574-4CC4-9D8B-467B9007D4B2}" type="pres">
      <dgm:prSet presAssocID="{57C504B8-3ADD-4355-B8EA-A36BAFC95DAF}" presName="rootText" presStyleLbl="node1" presStyleIdx="0" presStyleCnt="3" custScaleX="113413" custScaleY="151984" custLinFactNeighborY="-82798"/>
      <dgm:spPr/>
    </dgm:pt>
    <dgm:pt modelId="{EBDB5BBC-7F8F-4CB4-9861-61BCF9036CD2}" type="pres">
      <dgm:prSet presAssocID="{57C504B8-3ADD-4355-B8EA-A36BAFC95DAF}" presName="rootConnector" presStyleLbl="node1" presStyleIdx="0" presStyleCnt="3"/>
      <dgm:spPr/>
    </dgm:pt>
    <dgm:pt modelId="{3EE2F4D9-97DE-4814-A33F-6E7391263C96}" type="pres">
      <dgm:prSet presAssocID="{57C504B8-3ADD-4355-B8EA-A36BAFC95DAF}" presName="childShape" presStyleCnt="0"/>
      <dgm:spPr/>
    </dgm:pt>
    <dgm:pt modelId="{C6E4A4D2-923B-43B5-BDE8-9BE374FBB206}" type="pres">
      <dgm:prSet presAssocID="{BB2F6126-53DC-4C6D-8FCF-00581DB964B0}" presName="root" presStyleCnt="0"/>
      <dgm:spPr/>
    </dgm:pt>
    <dgm:pt modelId="{3B4F08B0-2773-4B1D-A160-AA8C04A18761}" type="pres">
      <dgm:prSet presAssocID="{BB2F6126-53DC-4C6D-8FCF-00581DB964B0}" presName="rootComposite" presStyleCnt="0"/>
      <dgm:spPr/>
    </dgm:pt>
    <dgm:pt modelId="{42CC81C3-EF7B-44BF-9CD8-29947AA5693C}" type="pres">
      <dgm:prSet presAssocID="{BB2F6126-53DC-4C6D-8FCF-00581DB964B0}" presName="rootText" presStyleLbl="node1" presStyleIdx="1" presStyleCnt="3" custScaleX="113413" custScaleY="151984" custLinFactNeighborY="-82798"/>
      <dgm:spPr/>
    </dgm:pt>
    <dgm:pt modelId="{29646C8A-8EBA-45DC-BE17-F24B951BDCB6}" type="pres">
      <dgm:prSet presAssocID="{BB2F6126-53DC-4C6D-8FCF-00581DB964B0}" presName="rootConnector" presStyleLbl="node1" presStyleIdx="1" presStyleCnt="3"/>
      <dgm:spPr/>
    </dgm:pt>
    <dgm:pt modelId="{9B5F8D5D-5B0C-4862-9C06-9E6E1CC24E97}" type="pres">
      <dgm:prSet presAssocID="{BB2F6126-53DC-4C6D-8FCF-00581DB964B0}" presName="childShape" presStyleCnt="0"/>
      <dgm:spPr/>
    </dgm:pt>
    <dgm:pt modelId="{84DB04E7-1E97-4FD2-A29F-9CF425BB1ACB}" type="pres">
      <dgm:prSet presAssocID="{75F1E026-6209-4430-B006-1C8704F60C1E}" presName="root" presStyleCnt="0"/>
      <dgm:spPr/>
    </dgm:pt>
    <dgm:pt modelId="{D2D4193B-DF36-4A74-9C20-596EAA740375}" type="pres">
      <dgm:prSet presAssocID="{75F1E026-6209-4430-B006-1C8704F60C1E}" presName="rootComposite" presStyleCnt="0"/>
      <dgm:spPr/>
    </dgm:pt>
    <dgm:pt modelId="{1F9CAE5E-B0EC-4169-8D0D-3CD034DF14DC}" type="pres">
      <dgm:prSet presAssocID="{75F1E026-6209-4430-B006-1C8704F60C1E}" presName="rootText" presStyleLbl="node1" presStyleIdx="2" presStyleCnt="3" custScaleX="113413" custScaleY="151984" custLinFactNeighborY="-82798"/>
      <dgm:spPr/>
    </dgm:pt>
    <dgm:pt modelId="{8A77DF03-A357-47DD-B2D2-2748579347E2}" type="pres">
      <dgm:prSet presAssocID="{75F1E026-6209-4430-B006-1C8704F60C1E}" presName="rootConnector" presStyleLbl="node1" presStyleIdx="2" presStyleCnt="3"/>
      <dgm:spPr/>
    </dgm:pt>
    <dgm:pt modelId="{5919E123-08C0-4BCD-B4F5-D7556DBA2E3E}" type="pres">
      <dgm:prSet presAssocID="{75F1E026-6209-4430-B006-1C8704F60C1E}" presName="childShape" presStyleCnt="0"/>
      <dgm:spPr/>
    </dgm:pt>
  </dgm:ptLst>
  <dgm:cxnLst>
    <dgm:cxn modelId="{AF96F21C-C9C9-4523-8E04-12F0B2E4B956}" srcId="{D9718886-6D55-4DF6-9F23-1D1CFC86B874}" destId="{57C504B8-3ADD-4355-B8EA-A36BAFC95DAF}" srcOrd="0" destOrd="0" parTransId="{85B39FC5-0BCA-4B73-93DE-71847A429B01}" sibTransId="{2E76C222-230D-43B2-B8B9-70CB7C46E393}"/>
    <dgm:cxn modelId="{A7ADE61F-C6C7-4FF6-937D-4035CE74D579}" type="presOf" srcId="{57C504B8-3ADD-4355-B8EA-A36BAFC95DAF}" destId="{EBDB5BBC-7F8F-4CB4-9861-61BCF9036CD2}" srcOrd="1" destOrd="0" presId="urn:microsoft.com/office/officeart/2005/8/layout/hierarchy3"/>
    <dgm:cxn modelId="{884AFD35-E536-465C-AB68-494BE34431CD}" type="presOf" srcId="{BB2F6126-53DC-4C6D-8FCF-00581DB964B0}" destId="{42CC81C3-EF7B-44BF-9CD8-29947AA5693C}" srcOrd="0" destOrd="0" presId="urn:microsoft.com/office/officeart/2005/8/layout/hierarchy3"/>
    <dgm:cxn modelId="{720ACB93-49E0-481D-9037-4840C6F43B0B}" type="presOf" srcId="{57C504B8-3ADD-4355-B8EA-A36BAFC95DAF}" destId="{A9729F40-3574-4CC4-9D8B-467B9007D4B2}" srcOrd="0" destOrd="0" presId="urn:microsoft.com/office/officeart/2005/8/layout/hierarchy3"/>
    <dgm:cxn modelId="{869FA7B0-F82D-480C-AA56-E2CF3142A932}" type="presOf" srcId="{BB2F6126-53DC-4C6D-8FCF-00581DB964B0}" destId="{29646C8A-8EBA-45DC-BE17-F24B951BDCB6}" srcOrd="1" destOrd="0" presId="urn:microsoft.com/office/officeart/2005/8/layout/hierarchy3"/>
    <dgm:cxn modelId="{1FCEFAB4-594A-4B6A-B966-15A31F99F5B8}" srcId="{D9718886-6D55-4DF6-9F23-1D1CFC86B874}" destId="{75F1E026-6209-4430-B006-1C8704F60C1E}" srcOrd="2" destOrd="0" parTransId="{80A0A1D8-4BF0-46AC-B56A-EB5B19B23199}" sibTransId="{45724AFF-3986-43F3-8806-1E9CB2CEB262}"/>
    <dgm:cxn modelId="{B60B0AC2-5B32-4B13-AE4A-4F3F2AB9C372}" srcId="{D9718886-6D55-4DF6-9F23-1D1CFC86B874}" destId="{BB2F6126-53DC-4C6D-8FCF-00581DB964B0}" srcOrd="1" destOrd="0" parTransId="{4E72E66D-9677-424D-93D1-DBFBB4826A43}" sibTransId="{6778BE9F-6BBE-411F-8834-B88952326420}"/>
    <dgm:cxn modelId="{4453D4C9-4C7E-4707-A539-DB5ADB92A0FB}" type="presOf" srcId="{D9718886-6D55-4DF6-9F23-1D1CFC86B874}" destId="{B9F35F8E-9150-4D36-BCDD-CAD3086ECF83}" srcOrd="0" destOrd="0" presId="urn:microsoft.com/office/officeart/2005/8/layout/hierarchy3"/>
    <dgm:cxn modelId="{293880D9-C8E6-4641-B417-CF8EB5644CEF}" type="presOf" srcId="{75F1E026-6209-4430-B006-1C8704F60C1E}" destId="{8A77DF03-A357-47DD-B2D2-2748579347E2}" srcOrd="1" destOrd="0" presId="urn:microsoft.com/office/officeart/2005/8/layout/hierarchy3"/>
    <dgm:cxn modelId="{D127B2F1-D383-47EF-B90C-5EE93034DB6B}" type="presOf" srcId="{75F1E026-6209-4430-B006-1C8704F60C1E}" destId="{1F9CAE5E-B0EC-4169-8D0D-3CD034DF14DC}" srcOrd="0" destOrd="0" presId="urn:microsoft.com/office/officeart/2005/8/layout/hierarchy3"/>
    <dgm:cxn modelId="{08E82B69-57DC-4D93-9E8E-DF18B3C13299}" type="presParOf" srcId="{B9F35F8E-9150-4D36-BCDD-CAD3086ECF83}" destId="{A81FE712-0041-4D60-8DDD-24674EC172A3}" srcOrd="0" destOrd="0" presId="urn:microsoft.com/office/officeart/2005/8/layout/hierarchy3"/>
    <dgm:cxn modelId="{4FFC2788-DD03-4A2D-8EED-B4244D7A53C3}" type="presParOf" srcId="{A81FE712-0041-4D60-8DDD-24674EC172A3}" destId="{F8A4E46B-1ED5-4661-8694-ED667270FDFB}" srcOrd="0" destOrd="0" presId="urn:microsoft.com/office/officeart/2005/8/layout/hierarchy3"/>
    <dgm:cxn modelId="{484CFB4D-269B-4F7C-A1CC-68B935C995C2}" type="presParOf" srcId="{F8A4E46B-1ED5-4661-8694-ED667270FDFB}" destId="{A9729F40-3574-4CC4-9D8B-467B9007D4B2}" srcOrd="0" destOrd="0" presId="urn:microsoft.com/office/officeart/2005/8/layout/hierarchy3"/>
    <dgm:cxn modelId="{5D48E924-F654-4A6E-9905-3933A239E9D7}" type="presParOf" srcId="{F8A4E46B-1ED5-4661-8694-ED667270FDFB}" destId="{EBDB5BBC-7F8F-4CB4-9861-61BCF9036CD2}" srcOrd="1" destOrd="0" presId="urn:microsoft.com/office/officeart/2005/8/layout/hierarchy3"/>
    <dgm:cxn modelId="{23215CD8-C9F8-4A16-A6BB-7ACCFFBBFABD}" type="presParOf" srcId="{A81FE712-0041-4D60-8DDD-24674EC172A3}" destId="{3EE2F4D9-97DE-4814-A33F-6E7391263C96}" srcOrd="1" destOrd="0" presId="urn:microsoft.com/office/officeart/2005/8/layout/hierarchy3"/>
    <dgm:cxn modelId="{ABBFA3BF-8EE9-49E8-84B8-5AF48F98EC24}" type="presParOf" srcId="{B9F35F8E-9150-4D36-BCDD-CAD3086ECF83}" destId="{C6E4A4D2-923B-43B5-BDE8-9BE374FBB206}" srcOrd="1" destOrd="0" presId="urn:microsoft.com/office/officeart/2005/8/layout/hierarchy3"/>
    <dgm:cxn modelId="{56F5BCB9-B554-480E-83B1-477F2576575D}" type="presParOf" srcId="{C6E4A4D2-923B-43B5-BDE8-9BE374FBB206}" destId="{3B4F08B0-2773-4B1D-A160-AA8C04A18761}" srcOrd="0" destOrd="0" presId="urn:microsoft.com/office/officeart/2005/8/layout/hierarchy3"/>
    <dgm:cxn modelId="{35918990-44B8-40C9-9F0E-24D8939C9DE6}" type="presParOf" srcId="{3B4F08B0-2773-4B1D-A160-AA8C04A18761}" destId="{42CC81C3-EF7B-44BF-9CD8-29947AA5693C}" srcOrd="0" destOrd="0" presId="urn:microsoft.com/office/officeart/2005/8/layout/hierarchy3"/>
    <dgm:cxn modelId="{3514D2D5-876D-4474-974D-78F4F041758A}" type="presParOf" srcId="{3B4F08B0-2773-4B1D-A160-AA8C04A18761}" destId="{29646C8A-8EBA-45DC-BE17-F24B951BDCB6}" srcOrd="1" destOrd="0" presId="urn:microsoft.com/office/officeart/2005/8/layout/hierarchy3"/>
    <dgm:cxn modelId="{E942C3B1-BB2E-4BA0-A42E-25DD0762924F}" type="presParOf" srcId="{C6E4A4D2-923B-43B5-BDE8-9BE374FBB206}" destId="{9B5F8D5D-5B0C-4862-9C06-9E6E1CC24E97}" srcOrd="1" destOrd="0" presId="urn:microsoft.com/office/officeart/2005/8/layout/hierarchy3"/>
    <dgm:cxn modelId="{F5BB3649-02C8-4402-9C52-604047B31677}" type="presParOf" srcId="{B9F35F8E-9150-4D36-BCDD-CAD3086ECF83}" destId="{84DB04E7-1E97-4FD2-A29F-9CF425BB1ACB}" srcOrd="2" destOrd="0" presId="urn:microsoft.com/office/officeart/2005/8/layout/hierarchy3"/>
    <dgm:cxn modelId="{2B9A559F-C981-43B4-A4F0-DD715459FCFA}" type="presParOf" srcId="{84DB04E7-1E97-4FD2-A29F-9CF425BB1ACB}" destId="{D2D4193B-DF36-4A74-9C20-596EAA740375}" srcOrd="0" destOrd="0" presId="urn:microsoft.com/office/officeart/2005/8/layout/hierarchy3"/>
    <dgm:cxn modelId="{CDBCB1DC-5A26-4E60-9830-93DFAFE114C9}" type="presParOf" srcId="{D2D4193B-DF36-4A74-9C20-596EAA740375}" destId="{1F9CAE5E-B0EC-4169-8D0D-3CD034DF14DC}" srcOrd="0" destOrd="0" presId="urn:microsoft.com/office/officeart/2005/8/layout/hierarchy3"/>
    <dgm:cxn modelId="{52BA6861-8C41-4026-9636-6F22289BFCB9}" type="presParOf" srcId="{D2D4193B-DF36-4A74-9C20-596EAA740375}" destId="{8A77DF03-A357-47DD-B2D2-2748579347E2}" srcOrd="1" destOrd="0" presId="urn:microsoft.com/office/officeart/2005/8/layout/hierarchy3"/>
    <dgm:cxn modelId="{26232A29-42D1-4D45-87E0-D7AF9CF88F93}" type="presParOf" srcId="{84DB04E7-1E97-4FD2-A29F-9CF425BB1ACB}" destId="{5919E123-08C0-4BCD-B4F5-D7556DBA2E3E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29F40-3574-4CC4-9D8B-467B9007D4B2}">
      <dsp:nvSpPr>
        <dsp:cNvPr id="0" name=""/>
        <dsp:cNvSpPr/>
      </dsp:nvSpPr>
      <dsp:spPr>
        <a:xfrm>
          <a:off x="18944" y="0"/>
          <a:ext cx="3187795" cy="2135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>
              <a:cs typeface="Poppins" panose="00000500000000000000" pitchFamily="2" charset="0"/>
            </a:rPr>
            <a:t>Grid </a:t>
          </a:r>
          <a:r>
            <a:rPr lang="ru-RU" sz="2300" b="1" kern="1200" dirty="0" err="1">
              <a:cs typeface="Poppins" panose="00000500000000000000" pitchFamily="2" charset="0"/>
            </a:rPr>
            <a:t>Layout</a:t>
          </a:r>
          <a:endParaRPr lang="en-US" sz="2300" b="1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>
              <a:cs typeface="Poppins" panose="00000500000000000000" pitchFamily="2" charset="0"/>
            </a:rPr>
            <a:t> </a:t>
          </a:r>
          <a:r>
            <a:rPr lang="ru-RU" sz="2300" kern="1200" dirty="0">
              <a:cs typeface="Poppins" panose="00000500000000000000" pitchFamily="2" charset="0"/>
            </a:rPr>
            <a:t>Адаптивная плиточная сетка для удобного визуального сканирования галереи.</a:t>
          </a:r>
        </a:p>
      </dsp:txBody>
      <dsp:txXfrm>
        <a:off x="81504" y="62560"/>
        <a:ext cx="3062675" cy="2010851"/>
      </dsp:txXfrm>
    </dsp:sp>
    <dsp:sp modelId="{42CC81C3-EF7B-44BF-9CD8-29947AA5693C}">
      <dsp:nvSpPr>
        <dsp:cNvPr id="0" name=""/>
        <dsp:cNvSpPr/>
      </dsp:nvSpPr>
      <dsp:spPr>
        <a:xfrm>
          <a:off x="3909435" y="0"/>
          <a:ext cx="3187795" cy="2135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>
              <a:cs typeface="Poppins" panose="00000500000000000000" pitchFamily="2" charset="0"/>
            </a:rPr>
            <a:t>Dark Mode</a:t>
          </a:r>
          <a:endParaRPr lang="en-US" sz="2300" b="1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>
              <a:cs typeface="Poppins" panose="00000500000000000000" pitchFamily="2" charset="0"/>
            </a:rPr>
            <a:t>Высокий контраст темной темы подчеркивает яркость и детализацию обоев.</a:t>
          </a:r>
        </a:p>
      </dsp:txBody>
      <dsp:txXfrm>
        <a:off x="3971995" y="62560"/>
        <a:ext cx="3062675" cy="2010851"/>
      </dsp:txXfrm>
    </dsp:sp>
    <dsp:sp modelId="{1F9CAE5E-B0EC-4169-8D0D-3CD034DF14DC}">
      <dsp:nvSpPr>
        <dsp:cNvPr id="0" name=""/>
        <dsp:cNvSpPr/>
      </dsp:nvSpPr>
      <dsp:spPr>
        <a:xfrm>
          <a:off x="7799927" y="0"/>
          <a:ext cx="3187795" cy="2135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1" kern="1200" dirty="0">
              <a:cs typeface="Poppins" panose="00000500000000000000" pitchFamily="2" charset="0"/>
            </a:rPr>
            <a:t>Universal UI</a:t>
          </a:r>
          <a:endParaRPr lang="en-US" sz="2300" b="1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>
              <a:cs typeface="Poppins" panose="00000500000000000000" pitchFamily="2" charset="0"/>
            </a:rPr>
            <a:t>Одинаково удобное взаимодействие как с десктопа, так и с мобильных устройств.</a:t>
          </a:r>
        </a:p>
      </dsp:txBody>
      <dsp:txXfrm>
        <a:off x="7862487" y="62560"/>
        <a:ext cx="3062675" cy="20108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29F40-3574-4CC4-9D8B-467B9007D4B2}">
      <dsp:nvSpPr>
        <dsp:cNvPr id="0" name=""/>
        <dsp:cNvSpPr/>
      </dsp:nvSpPr>
      <dsp:spPr>
        <a:xfrm>
          <a:off x="18944" y="0"/>
          <a:ext cx="3187795" cy="2135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cs typeface="Poppins" panose="00000500000000000000" pitchFamily="2" charset="0"/>
            </a:rPr>
            <a:t>Web storage</a:t>
          </a:r>
          <a:endParaRPr lang="en-US" sz="2000" b="1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1" kern="1200" dirty="0">
              <a:cs typeface="Poppins" panose="00000500000000000000" pitchFamily="2" charset="0"/>
            </a:rPr>
            <a:t> </a:t>
          </a:r>
          <a:r>
            <a:rPr lang="ru-RU" sz="2000" kern="1200" dirty="0">
              <a:cs typeface="Poppins" panose="00000500000000000000" pitchFamily="2" charset="0"/>
            </a:rPr>
            <a:t>Сохранение состояния темы и массива избранного в </a:t>
          </a:r>
          <a:r>
            <a:rPr lang="ru-RU" sz="2000" kern="1200" dirty="0" err="1">
              <a:cs typeface="Poppins" panose="00000500000000000000" pitchFamily="2" charset="0"/>
            </a:rPr>
            <a:t>localStorage</a:t>
          </a:r>
          <a:r>
            <a:rPr lang="ru-RU" sz="2000" kern="1200" dirty="0">
              <a:cs typeface="Poppins" panose="00000500000000000000" pitchFamily="2" charset="0"/>
            </a:rPr>
            <a:t>.</a:t>
          </a:r>
        </a:p>
      </dsp:txBody>
      <dsp:txXfrm>
        <a:off x="81504" y="62560"/>
        <a:ext cx="3062675" cy="2010851"/>
      </dsp:txXfrm>
    </dsp:sp>
    <dsp:sp modelId="{42CC81C3-EF7B-44BF-9CD8-29947AA5693C}">
      <dsp:nvSpPr>
        <dsp:cNvPr id="0" name=""/>
        <dsp:cNvSpPr/>
      </dsp:nvSpPr>
      <dsp:spPr>
        <a:xfrm>
          <a:off x="3909435" y="0"/>
          <a:ext cx="3187795" cy="2135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cs typeface="Poppins" panose="00000500000000000000" pitchFamily="2" charset="0"/>
            </a:rPr>
            <a:t>Fetch</a:t>
          </a:r>
          <a:endParaRPr lang="en-US" sz="2000" b="1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cs typeface="Poppins" panose="00000500000000000000" pitchFamily="2" charset="0"/>
            </a:rPr>
            <a:t>Асинхронное скачивание файлов и работа с </a:t>
          </a:r>
          <a:r>
            <a:rPr lang="ru-RU" sz="2000" kern="1200" dirty="0" err="1">
              <a:cs typeface="Poppins" panose="00000500000000000000" pitchFamily="2" charset="0"/>
            </a:rPr>
            <a:t>GitHub</a:t>
          </a:r>
          <a:r>
            <a:rPr lang="ru-RU" sz="2000" kern="1200" dirty="0">
              <a:cs typeface="Poppins" panose="00000500000000000000" pitchFamily="2" charset="0"/>
            </a:rPr>
            <a:t> API для получения актуальной статистики.</a:t>
          </a:r>
        </a:p>
      </dsp:txBody>
      <dsp:txXfrm>
        <a:off x="3971995" y="62560"/>
        <a:ext cx="3062675" cy="2010851"/>
      </dsp:txXfrm>
    </dsp:sp>
    <dsp:sp modelId="{1F9CAE5E-B0EC-4169-8D0D-3CD034DF14DC}">
      <dsp:nvSpPr>
        <dsp:cNvPr id="0" name=""/>
        <dsp:cNvSpPr/>
      </dsp:nvSpPr>
      <dsp:spPr>
        <a:xfrm>
          <a:off x="7799927" y="0"/>
          <a:ext cx="3187795" cy="213597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cs typeface="Poppins" panose="00000500000000000000" pitchFamily="2" charset="0"/>
            </a:rPr>
            <a:t>Perfomance</a:t>
          </a:r>
          <a:endParaRPr lang="en-US" sz="2000" b="1" kern="1200" dirty="0">
            <a:latin typeface="Poppins" panose="00000500000000000000" pitchFamily="2" charset="0"/>
            <a:cs typeface="Poppins" panose="00000500000000000000" pitchFamily="2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 err="1">
              <a:cs typeface="Poppins" panose="00000500000000000000" pitchFamily="2" charset="0"/>
            </a:rPr>
            <a:t>Lazy</a:t>
          </a:r>
          <a:r>
            <a:rPr lang="ru-RU" sz="2000" kern="1200" dirty="0">
              <a:cs typeface="Poppins" panose="00000500000000000000" pitchFamily="2" charset="0"/>
            </a:rPr>
            <a:t> </a:t>
          </a:r>
          <a:r>
            <a:rPr lang="ru-RU" sz="2000" kern="1200" dirty="0" err="1">
              <a:cs typeface="Poppins" panose="00000500000000000000" pitchFamily="2" charset="0"/>
            </a:rPr>
            <a:t>Loading</a:t>
          </a:r>
          <a:r>
            <a:rPr lang="ru-RU" sz="2000" kern="1200" dirty="0">
              <a:cs typeface="Poppins" panose="00000500000000000000" pitchFamily="2" charset="0"/>
            </a:rPr>
            <a:t> изображений и динамический рендеринг контента без перезагрузки страниц.</a:t>
          </a:r>
        </a:p>
      </dsp:txBody>
      <dsp:txXfrm>
        <a:off x="7862487" y="62560"/>
        <a:ext cx="3062675" cy="2010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FA8158-4A0C-489A-8229-6E7DE5E93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91F6250-E568-4CA7-A585-057EB2857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3AAF96-3D21-4472-BBF7-EB7822774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606BB2-5716-4FDD-B46C-F3D986F0D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81EA7-7879-427F-BF8C-90406804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9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6BB7E-E379-4659-8687-F44B08B8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A90863-E64A-49F6-96DB-98185DABF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53DF6E-71FF-47ED-B050-6773A65C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876DF9-5535-43B1-AC0F-6CDFA495F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7F9B09-9F03-4276-AC94-8A8C0B814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79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D24C45-4986-4422-912E-4AE390C0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59DA73-8834-4441-915E-64B45F617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33CADD-4249-4364-B039-AC1A297D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09668E-5A36-495A-83C2-2404E959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ED6D7F-2661-4BCD-97BE-EA8DFA128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79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72FDA-6967-4D73-99DD-8F2264B3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7FC09-A27D-4AC4-8512-8F105490C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9F8099-3FA3-4A28-9933-ACCD2FDA2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94F1D1-189A-4D13-B351-B3D757812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489FD8-A68E-4EB1-93EA-4E01037E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8037C-0A45-4B22-9F48-E69FD474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265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A9EF7-7D23-411C-BD90-7BC221EC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A22558-3876-4B16-BF2D-EF0130054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927F63-E2A2-4E02-8D69-F448EAB6C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D55E571-CCB5-49DE-BC81-A7CFB1D41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3EB108-1413-4E3B-9ECC-BD5D6ED60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3BDCCC-CF3E-4FC6-BF24-5B626B7E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89FF437-AEBE-4346-AC9E-8D850694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71A78C3-A704-4755-8BC0-1EA2ED47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839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64BB0E-0A31-4BA1-B2DC-EC2FF873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54D6E4-BD4E-44DF-AAD6-D6381C5F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9E220BD-EB32-45C3-A52D-DB527CD53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0E2551A-82F9-4CD2-B889-C6CB3E4A8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977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96D60CE-CD0B-4780-A243-96CDD2C5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9140B0D-61FD-43B0-8E6B-AB8326BA7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E6CB90-BE8F-4BAD-9821-4F4A7B62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22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2E040-EFB0-4B23-9A9F-DCA8BA58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588631-1B37-450A-8A0B-B322B8167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602CA7-A6F2-43AA-B17F-B892ABFC1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91CDC83-E973-47EC-819A-8F2D7982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561C5C-DD43-403E-8656-31034556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8F9A6A-1696-4F8E-99F8-4F198F384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35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69280-B90A-45E6-B215-DC2DA5F2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3E4A17-C028-42FA-A712-547934542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70AE38-0B80-4FEA-A2F4-B5114E597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4A15830-3D1C-4DAF-9692-DA3683A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8ABFC0-16EB-4CEA-A54E-5AFA1E49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31B929-4D5C-4DEA-AE9B-E89067B5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6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0781E9-99C9-4F3F-82D5-F8683558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E54C64-31AB-4625-B4DE-9EEA10AEC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D8A8FE-C0FF-46BA-B522-1925983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8AACFD-D65C-4642-B9B2-729FB36A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7F270A-7491-426C-9421-1F258381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02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40379DD-3CC7-4083-A7EF-A14631224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5A1D37-11FE-400E-B610-2E03B176F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05086E-9FAA-4ADA-8595-6D7AA611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5DEF31-C5ED-4AAB-9AF9-3CDA7DCA9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3B372C-E50A-4E6E-8035-B879AB86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38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A63EC-119D-44AE-AC30-09B265739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E6C6CF-92B2-461C-A820-C7EA9303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356516-860D-4688-A277-C8A1B5782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11AA8-D242-4DDA-9302-56643376D7B6}" type="datetimeFigureOut">
              <a:rPr lang="ru-RU" smtClean="0"/>
              <a:t>08.06.2026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E00F8C-DB65-4FF3-AEEB-09B01078F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42732F-0B0A-4EDF-A50C-D917BB2E7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363A8-7B69-4EED-BD53-39864297EB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671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A18636-F145-4F69-938D-572F65830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130141F-9914-4882-993A-3444C2E5D2BF}"/>
              </a:ext>
            </a:extLst>
          </p:cNvPr>
          <p:cNvSpPr/>
          <p:nvPr/>
        </p:nvSpPr>
        <p:spPr>
          <a:xfrm>
            <a:off x="-1" y="5934075"/>
            <a:ext cx="12192000" cy="922072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3824-45FC-42BA-A40D-F3A93C37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7011" y="135633"/>
            <a:ext cx="6657975" cy="1240896"/>
          </a:xfrm>
        </p:spPr>
        <p:txBody>
          <a:bodyPr/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WallPaper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b="1" dirty="0">
                <a:solidFill>
                  <a:srgbClr val="0099CC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Vault</a:t>
            </a:r>
            <a:endParaRPr lang="ru-RU" b="1" dirty="0">
              <a:solidFill>
                <a:srgbClr val="0099CC"/>
              </a:solidFill>
              <a:cs typeface="Poppin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3A0F65-2CBD-4005-9311-465D7A5C8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180666"/>
            <a:ext cx="9144000" cy="1655762"/>
          </a:xfrm>
        </p:spPr>
        <p:txBody>
          <a:bodyPr/>
          <a:lstStyle/>
          <a:p>
            <a:r>
              <a:rPr lang="ru-RU" dirty="0"/>
              <a:t> Пономарев Даниил, гр. 2171ДБ |  </a:t>
            </a:r>
            <a:r>
              <a:rPr lang="en-US" dirty="0" err="1"/>
              <a:t>splatedk</a:t>
            </a:r>
            <a:r>
              <a:rPr lang="en-US" dirty="0"/>
              <a:t>-web/wallpaper-vault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C1602C-9D7A-4D0E-AB76-C1B4CDD21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262" y="1829133"/>
            <a:ext cx="6467475" cy="3199734"/>
          </a:xfrm>
          <a:prstGeom prst="rect">
            <a:avLst/>
          </a:prstGeom>
          <a:effectLst>
            <a:glow rad="215900">
              <a:schemeClr val="accent1">
                <a:alpha val="40000"/>
              </a:schemeClr>
            </a:glow>
            <a:outerShdw blurRad="50800" dist="50800" dir="5400000" sx="1000" sy="1000" algn="ctr" rotWithShape="0">
              <a:srgbClr val="000000">
                <a:alpha val="43137"/>
              </a:srgbClr>
            </a:outerShdw>
            <a:reflection stA="0" endPos="65000" dir="5400000" sy="-100000" algn="bl" rotWithShape="0"/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666584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2694A3F-1AE8-4520-BB7C-A3C633CA4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3824-45FC-42BA-A40D-F3A93C37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2878" y="478366"/>
            <a:ext cx="6726240" cy="1240896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latin typeface="Poppins" panose="00000500000000000000" pitchFamily="2" charset="0"/>
                <a:cs typeface="Poppins" panose="00000500000000000000" pitchFamily="2" charset="0"/>
              </a:rPr>
              <a:t>Цель и аудитория</a:t>
            </a:r>
            <a:endParaRPr lang="ru-RU" b="1" dirty="0">
              <a:cs typeface="Poppins" panose="00000500000000000000" pitchFamily="2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3A0F65-2CBD-4005-9311-465D7A5C8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0340" y="2111906"/>
            <a:ext cx="10111317" cy="4153428"/>
          </a:xfrm>
        </p:spPr>
        <p:txBody>
          <a:bodyPr>
            <a:normAutofit/>
          </a:bodyPr>
          <a:lstStyle/>
          <a:p>
            <a:endParaRPr lang="ru-RU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Миссия: Решить проблему разрозненности контента для кастомизации.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Цель: Единая точка входа для настройки ПК, смартфонов и </a:t>
            </a:r>
            <a:r>
              <a:rPr lang="ru-RU" dirty="0" err="1"/>
              <a:t>Wallpaper</a:t>
            </a:r>
            <a:r>
              <a:rPr lang="ru-RU" dirty="0"/>
              <a:t> Engine.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/>
              <a:t>Аудитория: Пользователи Windows, Linux, </a:t>
            </a:r>
            <a:r>
              <a:rPr lang="ru-RU" dirty="0" err="1"/>
              <a:t>Android</a:t>
            </a:r>
            <a:r>
              <a:rPr lang="ru-RU" dirty="0"/>
              <a:t> и </a:t>
            </a:r>
            <a:r>
              <a:rPr lang="ru-RU" dirty="0" err="1"/>
              <a:t>iOS</a:t>
            </a:r>
            <a:r>
              <a:rPr lang="ru-RU" dirty="0"/>
              <a:t> энтузиасты.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0BA8A7-4CD4-41F5-B03D-197B14C6F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2878" y="5231942"/>
            <a:ext cx="1033392" cy="10333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F24CE5-DC5E-4C5C-854B-295506794D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337" y="5231941"/>
            <a:ext cx="1033393" cy="103339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E3B2EE2-C01B-4165-B48D-950133DC97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797" y="5231940"/>
            <a:ext cx="1147693" cy="11476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B3D1D37-36B8-468D-8BA8-27E353DE6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5557" y="5231940"/>
            <a:ext cx="1147693" cy="114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53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8B9B8E-0E09-420D-B172-F7FC108D7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3824-45FC-42BA-A40D-F3A93C37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6224" y="653414"/>
            <a:ext cx="5699550" cy="972079"/>
          </a:xfrm>
        </p:spPr>
        <p:txBody>
          <a:bodyPr>
            <a:normAutofit/>
          </a:bodyPr>
          <a:lstStyle/>
          <a:p>
            <a:pPr algn="l"/>
            <a:r>
              <a:rPr lang="ru-RU" b="1" dirty="0">
                <a:cs typeface="Poppins" panose="00000500000000000000" pitchFamily="2" charset="0"/>
              </a:rPr>
              <a:t>Дизайн-решения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DD3F418C-94EF-4A08-A97F-1445961E44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3978561"/>
              </p:ext>
            </p:extLst>
          </p:nvPr>
        </p:nvGraphicFramePr>
        <p:xfrm>
          <a:off x="592666" y="2358973"/>
          <a:ext cx="11006667" cy="2140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517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0CC503-CB78-46A7-8B21-6FCF8D53E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3824-45FC-42BA-A40D-F3A93C37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4151" y="607694"/>
            <a:ext cx="7543696" cy="972079"/>
          </a:xfrm>
        </p:spPr>
        <p:txBody>
          <a:bodyPr>
            <a:normAutofit fontScale="90000"/>
          </a:bodyPr>
          <a:lstStyle/>
          <a:p>
            <a:pPr algn="l"/>
            <a:r>
              <a:rPr lang="ru-RU" b="1" dirty="0">
                <a:cs typeface="Poppins" panose="00000500000000000000" pitchFamily="2" charset="0"/>
              </a:rPr>
              <a:t>Технические достижения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DD3F418C-94EF-4A08-A97F-1445961E44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7533429"/>
              </p:ext>
            </p:extLst>
          </p:nvPr>
        </p:nvGraphicFramePr>
        <p:xfrm>
          <a:off x="592666" y="2358973"/>
          <a:ext cx="11006667" cy="2140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9800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9C8E5E-5AE2-482C-B111-F15182867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3824-45FC-42BA-A40D-F3A93C37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3000" y="618065"/>
            <a:ext cx="4826000" cy="944562"/>
          </a:xfrm>
        </p:spPr>
        <p:txBody>
          <a:bodyPr>
            <a:normAutofit fontScale="90000"/>
          </a:bodyPr>
          <a:lstStyle/>
          <a:p>
            <a:r>
              <a:rPr lang="ru-RU" b="1" dirty="0">
                <a:cs typeface="Poppins" panose="00000500000000000000" pitchFamily="2" charset="0"/>
              </a:rPr>
              <a:t>Идеи развития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3A0F65-2CBD-4005-9311-465D7A5C8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264306"/>
            <a:ext cx="9753600" cy="4153428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ru-RU" dirty="0"/>
              <a:t>Разработка серверной части (</a:t>
            </a:r>
            <a:r>
              <a:rPr lang="ru-RU" dirty="0" err="1"/>
              <a:t>Backend</a:t>
            </a:r>
            <a:r>
              <a:rPr lang="ru-RU" dirty="0"/>
              <a:t>) и базы данных для регистрации пользователей.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Предоставление авторам возможности самостоятельно загружать свои обои на сайт.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Реализация умной поисковой строки с </a:t>
            </a:r>
            <a:r>
              <a:rPr lang="ru-RU" dirty="0" err="1"/>
              <a:t>автодополнением</a:t>
            </a:r>
            <a:r>
              <a:rPr lang="ru-RU" dirty="0"/>
              <a:t> по тегам.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ru-RU" dirty="0"/>
              <a:t>Добавление системы рейтингов, комментариев и сортировки по популярности.</a:t>
            </a:r>
          </a:p>
        </p:txBody>
      </p:sp>
    </p:spTree>
    <p:extLst>
      <p:ext uri="{BB962C8B-B14F-4D97-AF65-F5344CB8AC3E}">
        <p14:creationId xmlns:p14="http://schemas.microsoft.com/office/powerpoint/2010/main" val="3616282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58FB80-658C-4133-AF87-AC4EA77F8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53824-45FC-42BA-A40D-F3A93C37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1166" y="608540"/>
            <a:ext cx="7069667" cy="944562"/>
          </a:xfrm>
        </p:spPr>
        <p:txBody>
          <a:bodyPr>
            <a:normAutofit/>
          </a:bodyPr>
          <a:lstStyle/>
          <a:p>
            <a:r>
              <a:rPr lang="ru-RU" b="1" dirty="0">
                <a:cs typeface="Poppins" panose="00000500000000000000" pitchFamily="2" charset="0"/>
              </a:rPr>
              <a:t>Спасибо за внимание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3A0F65-2CBD-4005-9311-465D7A5C8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2264306"/>
            <a:ext cx="9753600" cy="4153428"/>
          </a:xfrm>
        </p:spPr>
        <p:txBody>
          <a:bodyPr>
            <a:normAutofit/>
          </a:bodyPr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61372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180</Words>
  <Application>Microsoft Office PowerPoint</Application>
  <PresentationFormat>Широкоэкранный</PresentationFormat>
  <Paragraphs>28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Poppins</vt:lpstr>
      <vt:lpstr>Тема Office</vt:lpstr>
      <vt:lpstr>WallPaper Vault</vt:lpstr>
      <vt:lpstr>Цель и аудитория</vt:lpstr>
      <vt:lpstr>Дизайн-решения</vt:lpstr>
      <vt:lpstr>Технические достижения</vt:lpstr>
      <vt:lpstr>Идеи развития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WallPaper Vault</dc:title>
  <dc:creator>Dan Gooc</dc:creator>
  <cp:lastModifiedBy>Dan Gooc</cp:lastModifiedBy>
  <cp:revision>11</cp:revision>
  <dcterms:created xsi:type="dcterms:W3CDTF">2026-06-08T10:50:54Z</dcterms:created>
  <dcterms:modified xsi:type="dcterms:W3CDTF">2026-06-08T13:26:30Z</dcterms:modified>
</cp:coreProperties>
</file>